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28600"/>
            <a:ext cx="25603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GTP ACCELERATORS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Autonomous Code Security
&amp; Refactoring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Powered by Multi-Agent AI  ·  CrewAI  ·  Anthropic 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5486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From legacy vulnerability to production-ready secure code —
audit-mapped, tested, and PR-packaged in one automated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5943600"/>
            <a:ext cx="429768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60167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Built on CrewAI  ·  Powered by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Confidential — For Client Discussion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Legacy Code is a Growing Security &amp; Compliance 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43200" cy="19202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$4.88M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Average cost of a
data breach — 2024
(IBM Report)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143000"/>
            <a:ext cx="2743200" cy="19202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14300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2344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920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Security rules in the
built-in scanner
(CWE / OWASP mapped)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143000"/>
            <a:ext cx="2743200" cy="19202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14300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2344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920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Specialist agents:
architect, security
assessor, refactorer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1143000"/>
            <a:ext cx="2743200" cy="19202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3144" y="114300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2344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920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Of SOC 2 / ISO 27001 audits
require documented
remediation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46120"/>
            <a:ext cx="11704320" cy="36576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429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▸  SQL Injection, hardcoded secrets, unsafe deserialization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794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The most common critical vulnerabilities — all detectable and fixable, yet routinely missed in manual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3429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▸  Manual audits don't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3794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A senior security engineer reviewing code manually costs $200–400/hr and covers 50–100 lines/hour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429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▸  Compliance gap = audit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794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Undocumented vulnerability remediation exposes organisations to failed SOC 2, ISO 27001, and FedRAMP audits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6583680"/>
            <a:ext cx="1207922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29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GTP Accelerators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4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One Command. Five Enterprise-Grade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2240280" cy="30175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2240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Security Audit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7373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Every finding mapped to
NIST CSF 2.0, OWASP Top 10,
and CWE — line-precise,
severity graded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1097280"/>
            <a:ext cx="2240280" cy="30175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1097280"/>
            <a:ext cx="2240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Refactored Source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7373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Complete, runnable, type-hinted
secure replacement module.
Zero placeholders.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1097280"/>
            <a:ext cx="2240280" cy="30175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1097280"/>
            <a:ext cx="2240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Pytest Suite (15+ 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7373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Full test coverage of the
refactored module — ready
for your CI/CD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097280"/>
            <a:ext cx="2240280" cy="30175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1097280"/>
            <a:ext cx="2240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Unified Git Diff 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17373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Standard .patch file
reviewable in GitHub,
GitLab, Bitbucket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5792" y="1097280"/>
            <a:ext cx="2240280" cy="30175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65792" y="1097280"/>
            <a:ext cx="2240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PR + Jira Audit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17373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Full PR description, HITL
checklist, and Jira panel
comment — audit-ready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4297680"/>
            <a:ext cx="11658600" cy="54864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074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LEGACY FILE IN  ──────────────────────────────────────────────────────────────────────────  SECURE, TESTED, DOCUMENTED CODE 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892040"/>
            <a:ext cx="3959352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5010912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End-to-End in One Automated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74C3C"/>
                </a:solidFill>
              </a:rPr>
              <a:t>BEFORE:  cursor.execute("SELECT * FROM users WHERE id='" + user_id + "'")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CC71"/>
                </a:solidFill>
              </a:rPr>
              <a:t>AFTER:   cursor.execute("SELECT * FROM users WHERE id = %s", (user_id,))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" y="6583680"/>
            <a:ext cx="1207922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29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GTP Accelerators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4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CrewAI Multi-Agent Orchestration Powers This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3749039" cy="34747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502920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5214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AGENT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Principal Software
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121408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AST-based structural analysis
Cyclomatic complexity scoring
Code smell detection
Technical debt quantification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097280"/>
            <a:ext cx="3749039" cy="34747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097280"/>
            <a:ext cx="502920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15214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AGENT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Lead Cybersecurity
Architect &amp; CISO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121408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NIST CSF 2.0 category mapping
OWASP Top 10 (2021) grading
CWE identifier assignment
Severity &amp;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1" y="1097280"/>
            <a:ext cx="3749039" cy="34747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1" y="1097280"/>
            <a:ext cx="502920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15214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AGENT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5727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Senior AI-Native
Refactoring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121408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Full remediation implementation
Type-hinted, secure code output
Complete pytest suite generation
Conventional commits PR title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3774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3774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754880"/>
            <a:ext cx="11704320" cy="36576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WHY CREWAI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257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▸  Role-based Specialisation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55961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Each agent is optimised for its domain — no single model doing everything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257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▸  Context Chaining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5961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Downstream agents receive full upstream output as grounded context — eliminates hallucination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5257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▸  Deterministic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5961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Sequential execution with built-in Human-in-the-Loop checkpoints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5257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▸  Tool Extensibility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5961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Plug in SAST/DAST scanners, Jira API, GitHub API — no re-architecture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" y="6583680"/>
            <a:ext cx="1207922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9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GTP Accelerators  ·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4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GTP Helps Organisations Leverage CrewAI at Enterprise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2834640" cy="46634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28346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Engineering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Eliminate weeks of refactoring backlog in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9191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Enforce consistent security patterns across all codebases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7530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Plug-and-play with existing PR and CI/CD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7141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Reduce code review cycles — diffs are clean and annotated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834640" cy="46634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28346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161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Security &amp;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Every finding documented for SOC 2 / ISO 27001 / FedRAMP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679191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Reduce mean-time-to-remediation from days to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57530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Consistent, repeatable audit trail for every code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447141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17-rule scanner extensible with your internal standards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097280"/>
            <a:ext cx="2834640" cy="46634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1097280"/>
            <a:ext cx="28346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2161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CISOs &amp; Engineering 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Quantify and track technical debt reduction over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679191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Free senior engineers from repetitive audit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57530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Demonstrate proactive security posture to regulators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47141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Board-ready metrics: risk score, findings fixed, MTTR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26296" y="1097280"/>
            <a:ext cx="2834640" cy="46634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26296" y="1097280"/>
            <a:ext cx="28346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12161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GTP Delivery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On-premise — source code never leaves your VPC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679191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CI/CD integration via GitHub Actions / Azure DevOps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357530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Custom rule sets for internal coding standards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447141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▸  Java, TypeScript, Go — roadmapped via tree-sitter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" y="6583680"/>
            <a:ext cx="1207922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29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GTP Accelerators  ·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4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TECHNOLOGY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Built on Leading AI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92608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577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1261872"/>
            <a:ext cx="15087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2893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CrewAI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Multi-agent orchestration framework powering the pipeline.
GTP builds on CrewAI, adding production
hardening, custom tooling, and enterprise implementation expertise
that takes CrewAI from framework to business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577840" cy="292608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577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04120" y="1261872"/>
            <a:ext cx="15087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9" y="12893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6187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Anthropic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Foundation model powering all three specialist agents.
Claude claude-sonnet-4-6 provides enterprise-grade reasoning with
data privacy guarantees critical for code that touches
production security controls.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51960"/>
            <a:ext cx="11521440" cy="10058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54864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"We don't just implement AI frameworks. We engineer AI systems that deliver measurable outcomes your security and compliance teams can stand behind."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— GTP Accelerators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440680"/>
            <a:ext cx="1152144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Ready to audit your first codebase?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704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</a:rPr>
              <a:t>GTP offers a complimentary 1-hour discovery session — we'll demonstrate the crew against a real file from your codebase.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2A"/>
                </a:solidFill>
              </a:rPr>
              <a:t>pjjeevan@gmail.com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870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D1B2A"/>
                </a:solidFill>
              </a:rPr>
              <a:t>github.com/gtprepository/gtp-crewai-code-refactor-suite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" y="6583680"/>
            <a:ext cx="1207922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29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GTP Accelerators  ·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4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